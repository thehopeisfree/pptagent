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Text 1"/>
          <p:cNvSpPr/>
          <p:nvPr/>
        </p:nvSpPr>
        <p:spPr>
          <a:xfrm>
            <a:off x="285750" y="200025"/>
            <a:ext cx="8572500" cy="3571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Performance Q3 2025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85750" y="671513"/>
            <a:ext cx="8572500" cy="164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&amp; Product Division — Confidential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85750" y="985838"/>
            <a:ext cx="400050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55000"/>
              </a:lnSpc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velocity increased 34% (82 → 110 pts/sprint)</a:t>
            </a:r>
            <a:pPr algn="l" marL="342900" indent="-342900">
              <a:lnSpc>
                <a:spcPct val="155000"/>
              </a:lnSpc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frequency: 12/week → 23/week (+92%)</a:t>
            </a:r>
            <a:pPr algn="l" marL="342900" indent="-342900">
              <a:lnSpc>
                <a:spcPct val="155000"/>
              </a:lnSpc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time to recovery improved from 4.2h to 1.1h</a:t>
            </a:r>
            <a:pPr algn="l" marL="342900" indent="-342900">
              <a:lnSpc>
                <a:spcPct val="155000"/>
              </a:lnSpc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Customer-reported P0 bugs down 67% quarter-over-quarter</a:t>
            </a:r>
            <a:pPr algn="l" marL="342900" indent="-342900">
              <a:lnSpc>
                <a:spcPct val="155000"/>
              </a:lnSpc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 turnaround reduced from 18h to 6h median</a:t>
            </a:r>
            <a:pPr algn="l" marL="342900" indent="-342900">
              <a:lnSpc>
                <a:spcPct val="155000"/>
              </a:lnSpc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coverage expanded from 72% to 89% across all repos</a:t>
            </a:r>
            <a:pPr algn="l" marL="342900" indent="-342900">
              <a:lnSpc>
                <a:spcPct val="155000"/>
              </a:lnSpc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On-call pages reduced 41% after reliability initiatives</a:t>
            </a:r>
            <a:pPr algn="l" marL="342900" indent="-342900">
              <a:lnSpc>
                <a:spcPct val="155000"/>
              </a:lnSpc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major feature launches shipped ahead of schedule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0" y="985838"/>
            <a:ext cx="2000250" cy="142875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2528888"/>
            <a:ext cx="2000250" cy="142875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5750" y="4907756"/>
            <a:ext cx="4164806" cy="1500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Engineering Metrics Dashboard · Internal Use Only · Updated 2025-10-01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85725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4029075"/>
            <a:ext cx="4286250" cy="742950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Cross-team pairing sessions drove the largest single improvement in review turnaround. Teams that adopted the practice saw 3× faster PR merge times compared to control group.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2026-02-11T23:10:26Z</dcterms:created>
  <dcterms:modified xsi:type="dcterms:W3CDTF">2026-02-11T23:10:26Z</dcterms:modified>
</cp:coreProperties>
</file>